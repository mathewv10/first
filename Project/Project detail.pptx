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5F93D46-7C0A-4B1A-9DBB-D8D0BBC94B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2D84FE7-449E-4C68-B824-35E79B1C75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73DDD47-0E47-49E3-B19E-6BB2ED4659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FFBE78-D58E-4943-AFF8-34FF68C61456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10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27F8C6-EA44-4C9E-A86C-F748AC004598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61D587-55E3-479A-8D6D-CB67D9160412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PROJECT - BANK MANAGEMENT SYSTEM  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By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Madhulika Ayare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PRN-240860920001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Mathew George Erattakulangara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PRN-240860920002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Prachit Pawan Agarkar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PRN-240860920003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Prathiba Ashok Chopade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PRN-240860920004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Shinde Prasad Kashinath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	</a:t>
            </a:r>
            <a:r>
              <a:rPr b="0" lang="en-IN" sz="1600" spc="-1" strike="noStrike">
                <a:solidFill>
                  <a:srgbClr val="000000"/>
                </a:solidFill>
                <a:latin typeface="Arial"/>
                <a:ea typeface="Microsoft YaHei"/>
              </a:rPr>
              <a:t>PRN-240860920005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3600" spc="-1" strike="noStrike">
                <a:solidFill>
                  <a:srgbClr val="000000"/>
                </a:solidFill>
                <a:latin typeface="Arial"/>
              </a:rPr>
              <a:t>Introduction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Primary Overview :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A Bank Management System (BMS) is an automated system used to manage the activities of a bank. It helps streamline operations such as account management, transactions, loan processing, and more.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Secondary Objective: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To provide a centralized system that manages and optimizes bank operations, ensuring efficiency, security, and customer satisfaction.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59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</a:rPr>
              <a:t>Scope of Bank Management System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ubTitle"/>
          </p:nvPr>
        </p:nvSpPr>
        <p:spPr>
          <a:xfrm>
            <a:off x="504000" y="825840"/>
            <a:ext cx="9071280" cy="428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Scope Overview: The scope of a Bank Management System extends to the following key areas: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Account Management: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Managing different types of accounts (e.g., savings, checking, fixed deposits).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Transaction Management: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Handling deposits, withdrawals, fund transfers, and account balance checks.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Loan Management: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Processing loan applications, approvals, repayments, and interest calculations.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Customer Service: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Managing customer details, complaints, and feedback.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Security &amp; Compliance: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Ensuring data protection and compliance with financial regulations.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Reporting &amp; Analytics: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Generating financial reports, performance analysis, and transaction summaries.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</a:rPr>
              <a:t>Features of Bank Management System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504000" y="1051920"/>
            <a:ext cx="9071280" cy="383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Automated Operations: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All routine tasks, like transaction processing, are automated for efficiency.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Real-Time Transaction Tracking: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Provides up-to-date transaction status and account balances.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Loan &amp; Credit Management: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Simplifies processing of loans, including eligibility checks and loan approval.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User-Friendly Interface: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Both bank staff and customers can easily navigate the system.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Security Protocols: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Ensures the protection of sensitive data through encryption, firewalls, and user authentication.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Audit Trails: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Tracks and logs all transactions for transparency and security.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</a:rPr>
              <a:t>Types of Users in Bank Management System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 u="dbl">
                <a:solidFill>
                  <a:srgbClr val="000000"/>
                </a:solidFill>
                <a:uFillTx/>
                <a:latin typeface="Arial"/>
              </a:rPr>
              <a:t>Customer: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View account details.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Perform transactions.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Request for services (e.g., loans, account types).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 u="dbl">
                <a:solidFill>
                  <a:srgbClr val="000000"/>
                </a:solidFill>
                <a:uFillTx/>
                <a:latin typeface="Arial"/>
              </a:rPr>
              <a:t>Administrator: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Manage customer accounts.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Process transactions.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Handle queries and requests.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 u="dbl">
                <a:solidFill>
                  <a:srgbClr val="000000"/>
                </a:solidFill>
                <a:uFillTx/>
                <a:latin typeface="Arial"/>
              </a:rPr>
              <a:t>For future implementation: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Control user access.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Monitor and audit system performance.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Maintain security protocols.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</a:rPr>
              <a:t>Functions of Bank Management System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504000" y="1277640"/>
            <a:ext cx="9071280" cy="338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Account Management: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Create, update, and close customer accounts, manage account types (savings, checking, etc.).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Transaction Processing: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Process deposits, withdrawals, money transfers, and fund settlements.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Loan Processing: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Loan application submission and approval process.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Calculate interest rates and repayment schedules.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Customer Support: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Help customers with service requests, inquiries, and complaints.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Reporting: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Arial"/>
              </a:rPr>
              <a:t>Generate balance sheets, profit-loss statements, and other financial reports.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3600" spc="-1" strike="noStrike">
                <a:solidFill>
                  <a:srgbClr val="000000"/>
                </a:solidFill>
                <a:latin typeface="Arial"/>
              </a:rPr>
              <a:t>System Architecture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ubTitle"/>
          </p:nvPr>
        </p:nvSpPr>
        <p:spPr>
          <a:xfrm>
            <a:off x="504000" y="1130400"/>
            <a:ext cx="9071280" cy="368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Client-Server Model: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Client Side: User interfaces (web/mobile apps -React).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Server Side: Data processing, database management.(My Sql)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Database: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Stores customer and transaction information securely.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Ensures data integrity and quick retrieval.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API Layer: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Interfaces for third-party integrations (e.g., ATM networks, mobile wallets).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3600" spc="-1" strike="noStrike">
                <a:solidFill>
                  <a:srgbClr val="000000"/>
                </a:solidFill>
                <a:latin typeface="Arial"/>
              </a:rPr>
              <a:t>Benefits of Bank Management System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ubTitle"/>
          </p:nvPr>
        </p:nvSpPr>
        <p:spPr>
          <a:xfrm>
            <a:off x="504000" y="1270800"/>
            <a:ext cx="9071280" cy="33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Efficiency: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Reduces human error and improves transaction speed.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Security: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Enhances security through data encryption and secure user authentication.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Cost Reduction: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Minimizes operational costs by automating routine tasks.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Customer Satisfaction: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Improves customer experience with faster and more accurate services.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3600" spc="-1" strike="noStrike">
                <a:solidFill>
                  <a:srgbClr val="000000"/>
                </a:solidFill>
                <a:latin typeface="Arial"/>
              </a:rPr>
              <a:t>Challenges in Implementing BMS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High Initial Investment: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Setting up the system and infrastructure requires significant upfront costs.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Security Risks: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The system must be continually updated to combat cybersecurity threats.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Training: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Staff must be properly trained to operate the system effectively.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Madhulika 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-Loan Application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Mathew 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-Insurance Application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Prachit 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-Customer Application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Prathiba 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-Investment Application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Prasad 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-Administrator Application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3600" spc="-1" strike="noStrike">
                <a:solidFill>
                  <a:srgbClr val="000000"/>
                </a:solidFill>
                <a:latin typeface="Arial"/>
              </a:rPr>
              <a:t>Roles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8675640" cy="499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6000" spc="-1" strike="noStrike">
                <a:solidFill>
                  <a:srgbClr val="000000"/>
                </a:solidFill>
                <a:latin typeface="Arial"/>
              </a:rPr>
              <a:t>Thank You</a:t>
            </a:r>
            <a:endParaRPr b="0" lang="en-IN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Application>LibreOffice/24.2.5.2$Windows_X86_64 LibreOffice_project/bffef4ea93e59bebbeaf7f431bb02b1a39ee8a59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2025-02-14T12:12:53Z</dcterms:created>
  <dc:creator/>
  <dc:description/>
  <dc:language>en-IN</dc:language>
  <cp:lastModifiedBy/>
  <dcterms:modified xsi:type="dcterms:W3CDTF">2025-02-14T15:27:21Z</dcterms:modified>
  <cp:revision>16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